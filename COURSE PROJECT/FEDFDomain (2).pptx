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6" d="100"/>
          <a:sy n="76" d="100"/>
        </p:scale>
        <p:origin x="77" y="3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A277C-2FEB-DB4F-EADC-263A760F64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7C2504-6466-D456-5075-80A0C2B945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B0D576-7095-F939-E513-4DB10533687A}"/>
              </a:ext>
            </a:extLst>
          </p:cNvPr>
          <p:cNvSpPr>
            <a:spLocks noGrp="1"/>
          </p:cNvSpPr>
          <p:nvPr>
            <p:ph type="dt" sz="half" idx="10"/>
          </p:nvPr>
        </p:nvSpPr>
        <p:spPr/>
        <p:txBody>
          <a:bodyPr/>
          <a:lstStyle/>
          <a:p>
            <a:fld id="{46822BE3-1C71-46D6-8D7C-F033413A3498}" type="datetimeFigureOut">
              <a:rPr lang="en-IN" smtClean="0"/>
              <a:t>04-05-2026</a:t>
            </a:fld>
            <a:endParaRPr lang="en-IN"/>
          </a:p>
        </p:txBody>
      </p:sp>
      <p:sp>
        <p:nvSpPr>
          <p:cNvPr id="5" name="Footer Placeholder 4">
            <a:extLst>
              <a:ext uri="{FF2B5EF4-FFF2-40B4-BE49-F238E27FC236}">
                <a16:creationId xmlns:a16="http://schemas.microsoft.com/office/drawing/2014/main" id="{169081D2-E008-F143-BDF2-CDA5CAB007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62F65A-A86C-CE61-DF83-93AC57633581}"/>
              </a:ext>
            </a:extLst>
          </p:cNvPr>
          <p:cNvSpPr>
            <a:spLocks noGrp="1"/>
          </p:cNvSpPr>
          <p:nvPr>
            <p:ph type="sldNum" sz="quarter" idx="12"/>
          </p:nvPr>
        </p:nvSpPr>
        <p:spPr/>
        <p:txBody>
          <a:bodyPr/>
          <a:lstStyle/>
          <a:p>
            <a:fld id="{61DE1C09-40F0-45A4-B58B-B5BBE6AC403F}" type="slidenum">
              <a:rPr lang="en-IN" smtClean="0"/>
              <a:t>‹#›</a:t>
            </a:fld>
            <a:endParaRPr lang="en-IN"/>
          </a:p>
        </p:txBody>
      </p:sp>
    </p:spTree>
    <p:extLst>
      <p:ext uri="{BB962C8B-B14F-4D97-AF65-F5344CB8AC3E}">
        <p14:creationId xmlns:p14="http://schemas.microsoft.com/office/powerpoint/2010/main" val="4089778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CF4AC-2881-8474-AC64-44655E5F1B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E4D996-F00D-E40A-FADD-7DBA380759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E57B9F-B0FF-017A-B4B2-C113B8803814}"/>
              </a:ext>
            </a:extLst>
          </p:cNvPr>
          <p:cNvSpPr>
            <a:spLocks noGrp="1"/>
          </p:cNvSpPr>
          <p:nvPr>
            <p:ph type="dt" sz="half" idx="10"/>
          </p:nvPr>
        </p:nvSpPr>
        <p:spPr/>
        <p:txBody>
          <a:bodyPr/>
          <a:lstStyle/>
          <a:p>
            <a:fld id="{46822BE3-1C71-46D6-8D7C-F033413A3498}" type="datetimeFigureOut">
              <a:rPr lang="en-IN" smtClean="0"/>
              <a:t>04-05-2026</a:t>
            </a:fld>
            <a:endParaRPr lang="en-IN"/>
          </a:p>
        </p:txBody>
      </p:sp>
      <p:sp>
        <p:nvSpPr>
          <p:cNvPr id="5" name="Footer Placeholder 4">
            <a:extLst>
              <a:ext uri="{FF2B5EF4-FFF2-40B4-BE49-F238E27FC236}">
                <a16:creationId xmlns:a16="http://schemas.microsoft.com/office/drawing/2014/main" id="{7DFC733A-9843-6882-9C3F-AED9229133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00319E-B7E7-BC73-93A2-F262CE1B48EF}"/>
              </a:ext>
            </a:extLst>
          </p:cNvPr>
          <p:cNvSpPr>
            <a:spLocks noGrp="1"/>
          </p:cNvSpPr>
          <p:nvPr>
            <p:ph type="sldNum" sz="quarter" idx="12"/>
          </p:nvPr>
        </p:nvSpPr>
        <p:spPr/>
        <p:txBody>
          <a:bodyPr/>
          <a:lstStyle/>
          <a:p>
            <a:fld id="{61DE1C09-40F0-45A4-B58B-B5BBE6AC403F}" type="slidenum">
              <a:rPr lang="en-IN" smtClean="0"/>
              <a:t>‹#›</a:t>
            </a:fld>
            <a:endParaRPr lang="en-IN"/>
          </a:p>
        </p:txBody>
      </p:sp>
    </p:spTree>
    <p:extLst>
      <p:ext uri="{BB962C8B-B14F-4D97-AF65-F5344CB8AC3E}">
        <p14:creationId xmlns:p14="http://schemas.microsoft.com/office/powerpoint/2010/main" val="3711329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75606-3826-A4D4-C28A-A30AE4D50D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FF2139-6946-D2C7-BFA1-737272E942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0EA199-3849-01BA-DBF5-849136F9428B}"/>
              </a:ext>
            </a:extLst>
          </p:cNvPr>
          <p:cNvSpPr>
            <a:spLocks noGrp="1"/>
          </p:cNvSpPr>
          <p:nvPr>
            <p:ph type="dt" sz="half" idx="10"/>
          </p:nvPr>
        </p:nvSpPr>
        <p:spPr/>
        <p:txBody>
          <a:bodyPr/>
          <a:lstStyle/>
          <a:p>
            <a:fld id="{46822BE3-1C71-46D6-8D7C-F033413A3498}" type="datetimeFigureOut">
              <a:rPr lang="en-IN" smtClean="0"/>
              <a:t>04-05-2026</a:t>
            </a:fld>
            <a:endParaRPr lang="en-IN"/>
          </a:p>
        </p:txBody>
      </p:sp>
      <p:sp>
        <p:nvSpPr>
          <p:cNvPr id="5" name="Footer Placeholder 4">
            <a:extLst>
              <a:ext uri="{FF2B5EF4-FFF2-40B4-BE49-F238E27FC236}">
                <a16:creationId xmlns:a16="http://schemas.microsoft.com/office/drawing/2014/main" id="{F8B16351-8FCE-DCD2-713D-23ACBD379D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17D267-06F1-FBFE-937D-F60344D7A971}"/>
              </a:ext>
            </a:extLst>
          </p:cNvPr>
          <p:cNvSpPr>
            <a:spLocks noGrp="1"/>
          </p:cNvSpPr>
          <p:nvPr>
            <p:ph type="sldNum" sz="quarter" idx="12"/>
          </p:nvPr>
        </p:nvSpPr>
        <p:spPr/>
        <p:txBody>
          <a:bodyPr/>
          <a:lstStyle/>
          <a:p>
            <a:fld id="{61DE1C09-40F0-45A4-B58B-B5BBE6AC403F}" type="slidenum">
              <a:rPr lang="en-IN" smtClean="0"/>
              <a:t>‹#›</a:t>
            </a:fld>
            <a:endParaRPr lang="en-IN"/>
          </a:p>
        </p:txBody>
      </p:sp>
    </p:spTree>
    <p:extLst>
      <p:ext uri="{BB962C8B-B14F-4D97-AF65-F5344CB8AC3E}">
        <p14:creationId xmlns:p14="http://schemas.microsoft.com/office/powerpoint/2010/main" val="1071430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56905-BDE4-1064-2C84-5545239E08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9F65F7-D1C1-A255-22F0-EE0D77C2F5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1B9B7C-9134-00CD-FE10-3227ADA052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5B34E34-FDDF-2F98-E7DD-F4E328C5119C}"/>
              </a:ext>
            </a:extLst>
          </p:cNvPr>
          <p:cNvSpPr>
            <a:spLocks noGrp="1"/>
          </p:cNvSpPr>
          <p:nvPr>
            <p:ph type="dt" sz="half" idx="10"/>
          </p:nvPr>
        </p:nvSpPr>
        <p:spPr/>
        <p:txBody>
          <a:bodyPr/>
          <a:lstStyle/>
          <a:p>
            <a:fld id="{46822BE3-1C71-46D6-8D7C-F033413A3498}" type="datetimeFigureOut">
              <a:rPr lang="en-IN" smtClean="0"/>
              <a:t>04-05-2026</a:t>
            </a:fld>
            <a:endParaRPr lang="en-IN"/>
          </a:p>
        </p:txBody>
      </p:sp>
      <p:sp>
        <p:nvSpPr>
          <p:cNvPr id="6" name="Footer Placeholder 5">
            <a:extLst>
              <a:ext uri="{FF2B5EF4-FFF2-40B4-BE49-F238E27FC236}">
                <a16:creationId xmlns:a16="http://schemas.microsoft.com/office/drawing/2014/main" id="{F89DD0AB-4D6C-B431-94E5-2E13D142A6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A4048F-CDD7-CCA5-2CE1-FB41EA0E482E}"/>
              </a:ext>
            </a:extLst>
          </p:cNvPr>
          <p:cNvSpPr>
            <a:spLocks noGrp="1"/>
          </p:cNvSpPr>
          <p:nvPr>
            <p:ph type="sldNum" sz="quarter" idx="12"/>
          </p:nvPr>
        </p:nvSpPr>
        <p:spPr/>
        <p:txBody>
          <a:bodyPr/>
          <a:lstStyle/>
          <a:p>
            <a:fld id="{61DE1C09-40F0-45A4-B58B-B5BBE6AC403F}" type="slidenum">
              <a:rPr lang="en-IN" smtClean="0"/>
              <a:t>‹#›</a:t>
            </a:fld>
            <a:endParaRPr lang="en-IN"/>
          </a:p>
        </p:txBody>
      </p:sp>
    </p:spTree>
    <p:extLst>
      <p:ext uri="{BB962C8B-B14F-4D97-AF65-F5344CB8AC3E}">
        <p14:creationId xmlns:p14="http://schemas.microsoft.com/office/powerpoint/2010/main" val="4017615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3706A-42B0-A485-639B-8A759251A8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523B9C-76D5-FC51-E7BB-74C71F6B92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D6BA2F-F8A2-9D92-D71E-FAD511044B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FD3FB2-3DEF-FC73-5365-EA7895B4D0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213528-B1AE-5003-4CB7-CC6983A3A7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EC689C-1DBD-50A6-E8E4-A1E02CFB8BE6}"/>
              </a:ext>
            </a:extLst>
          </p:cNvPr>
          <p:cNvSpPr>
            <a:spLocks noGrp="1"/>
          </p:cNvSpPr>
          <p:nvPr>
            <p:ph type="dt" sz="half" idx="10"/>
          </p:nvPr>
        </p:nvSpPr>
        <p:spPr/>
        <p:txBody>
          <a:bodyPr/>
          <a:lstStyle/>
          <a:p>
            <a:fld id="{46822BE3-1C71-46D6-8D7C-F033413A3498}" type="datetimeFigureOut">
              <a:rPr lang="en-IN" smtClean="0"/>
              <a:t>04-05-2026</a:t>
            </a:fld>
            <a:endParaRPr lang="en-IN"/>
          </a:p>
        </p:txBody>
      </p:sp>
      <p:sp>
        <p:nvSpPr>
          <p:cNvPr id="8" name="Footer Placeholder 7">
            <a:extLst>
              <a:ext uri="{FF2B5EF4-FFF2-40B4-BE49-F238E27FC236}">
                <a16:creationId xmlns:a16="http://schemas.microsoft.com/office/drawing/2014/main" id="{DADC33A9-5886-4038-139A-3FAFB4AF0F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6C6D5F-9514-1C13-6403-72D55126A7DF}"/>
              </a:ext>
            </a:extLst>
          </p:cNvPr>
          <p:cNvSpPr>
            <a:spLocks noGrp="1"/>
          </p:cNvSpPr>
          <p:nvPr>
            <p:ph type="sldNum" sz="quarter" idx="12"/>
          </p:nvPr>
        </p:nvSpPr>
        <p:spPr/>
        <p:txBody>
          <a:bodyPr/>
          <a:lstStyle/>
          <a:p>
            <a:fld id="{61DE1C09-40F0-45A4-B58B-B5BBE6AC403F}" type="slidenum">
              <a:rPr lang="en-IN" smtClean="0"/>
              <a:t>‹#›</a:t>
            </a:fld>
            <a:endParaRPr lang="en-IN"/>
          </a:p>
        </p:txBody>
      </p:sp>
    </p:spTree>
    <p:extLst>
      <p:ext uri="{BB962C8B-B14F-4D97-AF65-F5344CB8AC3E}">
        <p14:creationId xmlns:p14="http://schemas.microsoft.com/office/powerpoint/2010/main" val="2213037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EFC38-20FB-3753-289D-33751F752DA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6112700-EB23-56A7-896D-3B56D12CD2B0}"/>
              </a:ext>
            </a:extLst>
          </p:cNvPr>
          <p:cNvSpPr>
            <a:spLocks noGrp="1"/>
          </p:cNvSpPr>
          <p:nvPr>
            <p:ph type="dt" sz="half" idx="10"/>
          </p:nvPr>
        </p:nvSpPr>
        <p:spPr/>
        <p:txBody>
          <a:bodyPr/>
          <a:lstStyle/>
          <a:p>
            <a:fld id="{46822BE3-1C71-46D6-8D7C-F033413A3498}" type="datetimeFigureOut">
              <a:rPr lang="en-IN" smtClean="0"/>
              <a:t>04-05-2026</a:t>
            </a:fld>
            <a:endParaRPr lang="en-IN"/>
          </a:p>
        </p:txBody>
      </p:sp>
      <p:sp>
        <p:nvSpPr>
          <p:cNvPr id="4" name="Footer Placeholder 3">
            <a:extLst>
              <a:ext uri="{FF2B5EF4-FFF2-40B4-BE49-F238E27FC236}">
                <a16:creationId xmlns:a16="http://schemas.microsoft.com/office/drawing/2014/main" id="{A5B11E3C-82F3-D659-D15B-572F643FB11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E6B705-4C75-78D1-2CC0-3F76A569AC22}"/>
              </a:ext>
            </a:extLst>
          </p:cNvPr>
          <p:cNvSpPr>
            <a:spLocks noGrp="1"/>
          </p:cNvSpPr>
          <p:nvPr>
            <p:ph type="sldNum" sz="quarter" idx="12"/>
          </p:nvPr>
        </p:nvSpPr>
        <p:spPr/>
        <p:txBody>
          <a:bodyPr/>
          <a:lstStyle/>
          <a:p>
            <a:fld id="{61DE1C09-40F0-45A4-B58B-B5BBE6AC403F}" type="slidenum">
              <a:rPr lang="en-IN" smtClean="0"/>
              <a:t>‹#›</a:t>
            </a:fld>
            <a:endParaRPr lang="en-IN"/>
          </a:p>
        </p:txBody>
      </p:sp>
    </p:spTree>
    <p:extLst>
      <p:ext uri="{BB962C8B-B14F-4D97-AF65-F5344CB8AC3E}">
        <p14:creationId xmlns:p14="http://schemas.microsoft.com/office/powerpoint/2010/main" val="2607156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FFD9A4-E5E3-504B-D9AB-38961DE8F8BC}"/>
              </a:ext>
            </a:extLst>
          </p:cNvPr>
          <p:cNvSpPr>
            <a:spLocks noGrp="1"/>
          </p:cNvSpPr>
          <p:nvPr>
            <p:ph type="dt" sz="half" idx="10"/>
          </p:nvPr>
        </p:nvSpPr>
        <p:spPr/>
        <p:txBody>
          <a:bodyPr/>
          <a:lstStyle/>
          <a:p>
            <a:fld id="{46822BE3-1C71-46D6-8D7C-F033413A3498}" type="datetimeFigureOut">
              <a:rPr lang="en-IN" smtClean="0"/>
              <a:t>04-05-2026</a:t>
            </a:fld>
            <a:endParaRPr lang="en-IN"/>
          </a:p>
        </p:txBody>
      </p:sp>
      <p:sp>
        <p:nvSpPr>
          <p:cNvPr id="3" name="Footer Placeholder 2">
            <a:extLst>
              <a:ext uri="{FF2B5EF4-FFF2-40B4-BE49-F238E27FC236}">
                <a16:creationId xmlns:a16="http://schemas.microsoft.com/office/drawing/2014/main" id="{16592DB6-C6D1-3028-D474-AE7DF82B1FE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6CDF427-25D1-F769-46C0-20C7F4C69ED7}"/>
              </a:ext>
            </a:extLst>
          </p:cNvPr>
          <p:cNvSpPr>
            <a:spLocks noGrp="1"/>
          </p:cNvSpPr>
          <p:nvPr>
            <p:ph type="sldNum" sz="quarter" idx="12"/>
          </p:nvPr>
        </p:nvSpPr>
        <p:spPr/>
        <p:txBody>
          <a:bodyPr/>
          <a:lstStyle/>
          <a:p>
            <a:fld id="{61DE1C09-40F0-45A4-B58B-B5BBE6AC403F}" type="slidenum">
              <a:rPr lang="en-IN" smtClean="0"/>
              <a:t>‹#›</a:t>
            </a:fld>
            <a:endParaRPr lang="en-IN"/>
          </a:p>
        </p:txBody>
      </p:sp>
    </p:spTree>
    <p:extLst>
      <p:ext uri="{BB962C8B-B14F-4D97-AF65-F5344CB8AC3E}">
        <p14:creationId xmlns:p14="http://schemas.microsoft.com/office/powerpoint/2010/main" val="3282363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5D405-4583-B7FA-38B3-0F716EEEE0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86508D0-4463-FC6B-D571-FF95EA599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E8C64A-7A2F-DC48-FBFC-DA3E6EEF9E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25BF5-760F-8E0C-2A21-10C2E45BB979}"/>
              </a:ext>
            </a:extLst>
          </p:cNvPr>
          <p:cNvSpPr>
            <a:spLocks noGrp="1"/>
          </p:cNvSpPr>
          <p:nvPr>
            <p:ph type="dt" sz="half" idx="10"/>
          </p:nvPr>
        </p:nvSpPr>
        <p:spPr/>
        <p:txBody>
          <a:bodyPr/>
          <a:lstStyle/>
          <a:p>
            <a:fld id="{46822BE3-1C71-46D6-8D7C-F033413A3498}" type="datetimeFigureOut">
              <a:rPr lang="en-IN" smtClean="0"/>
              <a:t>04-05-2026</a:t>
            </a:fld>
            <a:endParaRPr lang="en-IN"/>
          </a:p>
        </p:txBody>
      </p:sp>
      <p:sp>
        <p:nvSpPr>
          <p:cNvPr id="6" name="Footer Placeholder 5">
            <a:extLst>
              <a:ext uri="{FF2B5EF4-FFF2-40B4-BE49-F238E27FC236}">
                <a16:creationId xmlns:a16="http://schemas.microsoft.com/office/drawing/2014/main" id="{66385CA9-EE08-9F16-B3C6-5C977F35CA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87F98E-CB4B-CA82-09CC-BE57E3502F70}"/>
              </a:ext>
            </a:extLst>
          </p:cNvPr>
          <p:cNvSpPr>
            <a:spLocks noGrp="1"/>
          </p:cNvSpPr>
          <p:nvPr>
            <p:ph type="sldNum" sz="quarter" idx="12"/>
          </p:nvPr>
        </p:nvSpPr>
        <p:spPr/>
        <p:txBody>
          <a:bodyPr/>
          <a:lstStyle/>
          <a:p>
            <a:fld id="{61DE1C09-40F0-45A4-B58B-B5BBE6AC403F}" type="slidenum">
              <a:rPr lang="en-IN" smtClean="0"/>
              <a:t>‹#›</a:t>
            </a:fld>
            <a:endParaRPr lang="en-IN"/>
          </a:p>
        </p:txBody>
      </p:sp>
    </p:spTree>
    <p:extLst>
      <p:ext uri="{BB962C8B-B14F-4D97-AF65-F5344CB8AC3E}">
        <p14:creationId xmlns:p14="http://schemas.microsoft.com/office/powerpoint/2010/main" val="966992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9E810-978C-A9C7-93B4-999DDD4DDA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1796386-BF5E-E41A-345F-DBBEC932D7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2FCF16F-F0AB-231B-CFE0-74E8370C8E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05DFA0-EF6D-3E11-A5BE-6EBE3546C6C8}"/>
              </a:ext>
            </a:extLst>
          </p:cNvPr>
          <p:cNvSpPr>
            <a:spLocks noGrp="1"/>
          </p:cNvSpPr>
          <p:nvPr>
            <p:ph type="dt" sz="half" idx="10"/>
          </p:nvPr>
        </p:nvSpPr>
        <p:spPr/>
        <p:txBody>
          <a:bodyPr/>
          <a:lstStyle/>
          <a:p>
            <a:fld id="{46822BE3-1C71-46D6-8D7C-F033413A3498}" type="datetimeFigureOut">
              <a:rPr lang="en-IN" smtClean="0"/>
              <a:t>04-05-2026</a:t>
            </a:fld>
            <a:endParaRPr lang="en-IN"/>
          </a:p>
        </p:txBody>
      </p:sp>
      <p:sp>
        <p:nvSpPr>
          <p:cNvPr id="6" name="Footer Placeholder 5">
            <a:extLst>
              <a:ext uri="{FF2B5EF4-FFF2-40B4-BE49-F238E27FC236}">
                <a16:creationId xmlns:a16="http://schemas.microsoft.com/office/drawing/2014/main" id="{887A72EF-B585-035A-8C05-759CDACF32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EE5F52-AA2D-7A0D-11E0-605B240F9698}"/>
              </a:ext>
            </a:extLst>
          </p:cNvPr>
          <p:cNvSpPr>
            <a:spLocks noGrp="1"/>
          </p:cNvSpPr>
          <p:nvPr>
            <p:ph type="sldNum" sz="quarter" idx="12"/>
          </p:nvPr>
        </p:nvSpPr>
        <p:spPr/>
        <p:txBody>
          <a:bodyPr/>
          <a:lstStyle/>
          <a:p>
            <a:fld id="{61DE1C09-40F0-45A4-B58B-B5BBE6AC403F}" type="slidenum">
              <a:rPr lang="en-IN" smtClean="0"/>
              <a:t>‹#›</a:t>
            </a:fld>
            <a:endParaRPr lang="en-IN"/>
          </a:p>
        </p:txBody>
      </p:sp>
    </p:spTree>
    <p:extLst>
      <p:ext uri="{BB962C8B-B14F-4D97-AF65-F5344CB8AC3E}">
        <p14:creationId xmlns:p14="http://schemas.microsoft.com/office/powerpoint/2010/main" val="1890108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DA2CD-FB4C-3556-AEFB-29CCC85F6B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55E49A-FB81-D620-C4D8-2E9E1D6879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C28963-81DF-49FE-07A1-D45683275B51}"/>
              </a:ext>
            </a:extLst>
          </p:cNvPr>
          <p:cNvSpPr>
            <a:spLocks noGrp="1"/>
          </p:cNvSpPr>
          <p:nvPr>
            <p:ph type="dt" sz="half" idx="10"/>
          </p:nvPr>
        </p:nvSpPr>
        <p:spPr/>
        <p:txBody>
          <a:bodyPr/>
          <a:lstStyle/>
          <a:p>
            <a:fld id="{46822BE3-1C71-46D6-8D7C-F033413A3498}" type="datetimeFigureOut">
              <a:rPr lang="en-IN" smtClean="0"/>
              <a:t>04-05-2026</a:t>
            </a:fld>
            <a:endParaRPr lang="en-IN"/>
          </a:p>
        </p:txBody>
      </p:sp>
      <p:sp>
        <p:nvSpPr>
          <p:cNvPr id="5" name="Footer Placeholder 4">
            <a:extLst>
              <a:ext uri="{FF2B5EF4-FFF2-40B4-BE49-F238E27FC236}">
                <a16:creationId xmlns:a16="http://schemas.microsoft.com/office/drawing/2014/main" id="{39FEB06C-906E-D415-55C6-AC71154210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3CCE43-2AD2-88CB-071A-5056C6D33ACD}"/>
              </a:ext>
            </a:extLst>
          </p:cNvPr>
          <p:cNvSpPr>
            <a:spLocks noGrp="1"/>
          </p:cNvSpPr>
          <p:nvPr>
            <p:ph type="sldNum" sz="quarter" idx="12"/>
          </p:nvPr>
        </p:nvSpPr>
        <p:spPr/>
        <p:txBody>
          <a:bodyPr/>
          <a:lstStyle/>
          <a:p>
            <a:fld id="{61DE1C09-40F0-45A4-B58B-B5BBE6AC403F}" type="slidenum">
              <a:rPr lang="en-IN" smtClean="0"/>
              <a:t>‹#›</a:t>
            </a:fld>
            <a:endParaRPr lang="en-IN"/>
          </a:p>
        </p:txBody>
      </p:sp>
    </p:spTree>
    <p:extLst>
      <p:ext uri="{BB962C8B-B14F-4D97-AF65-F5344CB8AC3E}">
        <p14:creationId xmlns:p14="http://schemas.microsoft.com/office/powerpoint/2010/main" val="657803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AC9ED8-8933-BD7A-03DA-E4F4377B5E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E001B9-E704-C69D-4E3B-05F3EC4FF9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3E95F8-6B41-6FAA-F8D4-11622F504B43}"/>
              </a:ext>
            </a:extLst>
          </p:cNvPr>
          <p:cNvSpPr>
            <a:spLocks noGrp="1"/>
          </p:cNvSpPr>
          <p:nvPr>
            <p:ph type="dt" sz="half" idx="10"/>
          </p:nvPr>
        </p:nvSpPr>
        <p:spPr/>
        <p:txBody>
          <a:bodyPr/>
          <a:lstStyle/>
          <a:p>
            <a:fld id="{46822BE3-1C71-46D6-8D7C-F033413A3498}" type="datetimeFigureOut">
              <a:rPr lang="en-IN" smtClean="0"/>
              <a:t>04-05-2026</a:t>
            </a:fld>
            <a:endParaRPr lang="en-IN"/>
          </a:p>
        </p:txBody>
      </p:sp>
      <p:sp>
        <p:nvSpPr>
          <p:cNvPr id="5" name="Footer Placeholder 4">
            <a:extLst>
              <a:ext uri="{FF2B5EF4-FFF2-40B4-BE49-F238E27FC236}">
                <a16:creationId xmlns:a16="http://schemas.microsoft.com/office/drawing/2014/main" id="{DE6D3109-0413-AFEC-5466-D75BB290FB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BDB498-E489-347D-6C80-7C4D72581917}"/>
              </a:ext>
            </a:extLst>
          </p:cNvPr>
          <p:cNvSpPr>
            <a:spLocks noGrp="1"/>
          </p:cNvSpPr>
          <p:nvPr>
            <p:ph type="sldNum" sz="quarter" idx="12"/>
          </p:nvPr>
        </p:nvSpPr>
        <p:spPr/>
        <p:txBody>
          <a:bodyPr/>
          <a:lstStyle/>
          <a:p>
            <a:fld id="{61DE1C09-40F0-45A4-B58B-B5BBE6AC403F}" type="slidenum">
              <a:rPr lang="en-IN" smtClean="0"/>
              <a:t>‹#›</a:t>
            </a:fld>
            <a:endParaRPr lang="en-IN"/>
          </a:p>
        </p:txBody>
      </p:sp>
    </p:spTree>
    <p:extLst>
      <p:ext uri="{BB962C8B-B14F-4D97-AF65-F5344CB8AC3E}">
        <p14:creationId xmlns:p14="http://schemas.microsoft.com/office/powerpoint/2010/main" val="116182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D653A8-080B-F417-6664-15B1939B7C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9DD904-BEF5-DA27-9AC2-3A38C694D3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D083E1-DC71-D72F-C730-0E8857986A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822BE3-1C71-46D6-8D7C-F033413A3498}" type="datetimeFigureOut">
              <a:rPr lang="en-IN" smtClean="0"/>
              <a:t>04-05-2026</a:t>
            </a:fld>
            <a:endParaRPr lang="en-IN"/>
          </a:p>
        </p:txBody>
      </p:sp>
      <p:sp>
        <p:nvSpPr>
          <p:cNvPr id="5" name="Footer Placeholder 4">
            <a:extLst>
              <a:ext uri="{FF2B5EF4-FFF2-40B4-BE49-F238E27FC236}">
                <a16:creationId xmlns:a16="http://schemas.microsoft.com/office/drawing/2014/main" id="{C83C51B4-AB2D-9E67-7B63-8233916833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DE651D4-6A09-2C4D-AD26-F21DAAC941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DE1C09-40F0-45A4-B58B-B5BBE6AC403F}" type="slidenum">
              <a:rPr lang="en-IN" smtClean="0"/>
              <a:t>‹#›</a:t>
            </a:fld>
            <a:endParaRPr lang="en-IN"/>
          </a:p>
        </p:txBody>
      </p:sp>
    </p:spTree>
    <p:extLst>
      <p:ext uri="{BB962C8B-B14F-4D97-AF65-F5344CB8AC3E}">
        <p14:creationId xmlns:p14="http://schemas.microsoft.com/office/powerpoint/2010/main" val="1060462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2D74E-DF40-FE29-5CF9-8B216908B9FF}"/>
              </a:ext>
            </a:extLst>
          </p:cNvPr>
          <p:cNvSpPr>
            <a:spLocks noGrp="1"/>
          </p:cNvSpPr>
          <p:nvPr>
            <p:ph type="ctrTitle"/>
          </p:nvPr>
        </p:nvSpPr>
        <p:spPr/>
        <p:txBody>
          <a:bodyPr/>
          <a:lstStyle/>
          <a:p>
            <a:r>
              <a:rPr lang="en-US" dirty="0">
                <a:solidFill>
                  <a:schemeClr val="accent4">
                    <a:lumMod val="50000"/>
                  </a:schemeClr>
                </a:solidFill>
              </a:rPr>
              <a:t>Passenger Feedback System</a:t>
            </a:r>
            <a:endParaRPr lang="en-IN" dirty="0">
              <a:solidFill>
                <a:schemeClr val="accent4">
                  <a:lumMod val="50000"/>
                </a:schemeClr>
              </a:solidFill>
            </a:endParaRPr>
          </a:p>
        </p:txBody>
      </p:sp>
      <p:sp>
        <p:nvSpPr>
          <p:cNvPr id="3" name="Subtitle 2">
            <a:extLst>
              <a:ext uri="{FF2B5EF4-FFF2-40B4-BE49-F238E27FC236}">
                <a16:creationId xmlns:a16="http://schemas.microsoft.com/office/drawing/2014/main" id="{7412A4B1-06BC-AA32-1FD2-0CB952CCFC90}"/>
              </a:ext>
            </a:extLst>
          </p:cNvPr>
          <p:cNvSpPr>
            <a:spLocks noGrp="1"/>
          </p:cNvSpPr>
          <p:nvPr>
            <p:ph type="subTitle" idx="1"/>
          </p:nvPr>
        </p:nvSpPr>
        <p:spPr>
          <a:xfrm>
            <a:off x="7536263" y="5176697"/>
            <a:ext cx="4307393" cy="1117879"/>
          </a:xfrm>
        </p:spPr>
        <p:txBody>
          <a:bodyPr/>
          <a:lstStyle/>
          <a:p>
            <a:r>
              <a:rPr lang="en-US" dirty="0"/>
              <a:t>Varalakshmi K  -2520030578</a:t>
            </a:r>
          </a:p>
          <a:p>
            <a:r>
              <a:rPr lang="en-US" dirty="0"/>
              <a:t>Mouvya Sri P  -2520030449</a:t>
            </a:r>
            <a:endParaRPr lang="en-IN" dirty="0"/>
          </a:p>
        </p:txBody>
      </p:sp>
    </p:spTree>
    <p:extLst>
      <p:ext uri="{BB962C8B-B14F-4D97-AF65-F5344CB8AC3E}">
        <p14:creationId xmlns:p14="http://schemas.microsoft.com/office/powerpoint/2010/main" val="951756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F6C59-805C-2CC7-865B-9B7773B8999A}"/>
              </a:ext>
            </a:extLst>
          </p:cNvPr>
          <p:cNvSpPr>
            <a:spLocks noGrp="1"/>
          </p:cNvSpPr>
          <p:nvPr>
            <p:ph type="title"/>
          </p:nvPr>
        </p:nvSpPr>
        <p:spPr/>
        <p:txBody>
          <a:bodyPr>
            <a:normAutofit/>
          </a:bodyPr>
          <a:lstStyle/>
          <a:p>
            <a:pPr algn="ctr"/>
            <a:r>
              <a:rPr lang="en-US" dirty="0">
                <a:latin typeface="Arial Black" panose="020B0A04020102020204" pitchFamily="34" charset="0"/>
              </a:rPr>
              <a:t>Abstract</a:t>
            </a:r>
            <a:endParaRPr lang="en-IN" dirty="0">
              <a:latin typeface="Arial Black" panose="020B0A04020102020204" pitchFamily="34" charset="0"/>
            </a:endParaRPr>
          </a:p>
        </p:txBody>
      </p:sp>
      <p:sp>
        <p:nvSpPr>
          <p:cNvPr id="3" name="TextBox 2">
            <a:extLst>
              <a:ext uri="{FF2B5EF4-FFF2-40B4-BE49-F238E27FC236}">
                <a16:creationId xmlns:a16="http://schemas.microsoft.com/office/drawing/2014/main" id="{5B9CBB3A-1ECF-A4EE-A382-BD9544373C83}"/>
              </a:ext>
            </a:extLst>
          </p:cNvPr>
          <p:cNvSpPr txBox="1"/>
          <p:nvPr/>
        </p:nvSpPr>
        <p:spPr>
          <a:xfrm>
            <a:off x="502419" y="1828801"/>
            <a:ext cx="10400043" cy="3170099"/>
          </a:xfrm>
          <a:prstGeom prst="rect">
            <a:avLst/>
          </a:prstGeom>
          <a:noFill/>
        </p:spPr>
        <p:txBody>
          <a:bodyPr wrap="square" rtlCol="0">
            <a:spAutoFit/>
          </a:bodyPr>
          <a:lstStyle/>
          <a:p>
            <a:r>
              <a:rPr lang="en-US" sz="2000" dirty="0"/>
              <a:t>The Airlines Passenger Feedback System is a web-based application designed to collect and analyze post-flight passenger feedback in a structured and meaningful way. The system enables users to rate key aspects of their travel experience, including cabin crew service, food quality, cleanliness, and punctuality, along with providing textual comments that are processed using sentiment analysis to determine overall satisfaction. Built using modern technologies such as React.js for the frontend and Node.js with Express for the backend, the platform supports features like feedback submission, history tracking, admin review, analytics visualization, and CSV export. Additional functionalities such as email notifications and secure data handling enhance usability and reliability. This system helps airlines gain actionable insights to improve service quality and passenger experience.</a:t>
            </a:r>
            <a:endParaRPr lang="en-IN" sz="2000" dirty="0"/>
          </a:p>
        </p:txBody>
      </p:sp>
    </p:spTree>
    <p:extLst>
      <p:ext uri="{BB962C8B-B14F-4D97-AF65-F5344CB8AC3E}">
        <p14:creationId xmlns:p14="http://schemas.microsoft.com/office/powerpoint/2010/main" val="1577715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53E1B1-3680-1D75-521F-C8F542B939F8}"/>
              </a:ext>
            </a:extLst>
          </p:cNvPr>
          <p:cNvSpPr txBox="1"/>
          <p:nvPr/>
        </p:nvSpPr>
        <p:spPr>
          <a:xfrm>
            <a:off x="4335587" y="2542234"/>
            <a:ext cx="3520826" cy="707886"/>
          </a:xfrm>
          <a:prstGeom prst="rect">
            <a:avLst/>
          </a:prstGeom>
          <a:noFill/>
        </p:spPr>
        <p:txBody>
          <a:bodyPr wrap="square" rtlCol="0">
            <a:spAutoFit/>
          </a:bodyPr>
          <a:lstStyle/>
          <a:p>
            <a:r>
              <a:rPr lang="en-US" sz="4000" b="1" dirty="0"/>
              <a:t>Thank You</a:t>
            </a:r>
            <a:endParaRPr lang="en-IN" sz="4000" b="1" dirty="0"/>
          </a:p>
        </p:txBody>
      </p:sp>
    </p:spTree>
    <p:extLst>
      <p:ext uri="{BB962C8B-B14F-4D97-AF65-F5344CB8AC3E}">
        <p14:creationId xmlns:p14="http://schemas.microsoft.com/office/powerpoint/2010/main" val="758514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154</Words>
  <Application>Microsoft Office PowerPoint</Application>
  <PresentationFormat>Widescreen</PresentationFormat>
  <Paragraphs>6</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Arial Black</vt:lpstr>
      <vt:lpstr>Office Theme</vt:lpstr>
      <vt:lpstr>Passenger Feedback System</vt:lpstr>
      <vt:lpstr>Abstract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Varalakshmi Kanneganti</dc:creator>
  <cp:lastModifiedBy>Varalakshmi Kanneganti</cp:lastModifiedBy>
  <cp:revision>2</cp:revision>
  <dcterms:created xsi:type="dcterms:W3CDTF">2026-05-02T12:00:11Z</dcterms:created>
  <dcterms:modified xsi:type="dcterms:W3CDTF">2026-05-04T03:01:19Z</dcterms:modified>
</cp:coreProperties>
</file>